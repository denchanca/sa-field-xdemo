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Release Note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synthetic release note records Ledgerly guidance for Collections 4.2 workstream 4. It references SYS-008, is owned by TEAM-008, and should be interpreted with its status and effective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DOC-0044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Release Note 44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