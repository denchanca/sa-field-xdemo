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4.2 Decision Record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synthetic decision record records Ledgerly guidance for Collections 4.2 workstream 6. It references SYS-002, is owned by TEAM-002, and should be interpreted with its status and effective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DOC-0038</a:t>
            </a:r>
          </a:p>
          <a:p>
            <a:pPr>
              <a:defRPr sz="2200"/>
            </a:pPr>
            <a:r>
              <a:t>Status: reviewed</a:t>
            </a:r>
          </a:p>
          <a:p>
            <a:pPr>
              <a:defRPr sz="2200"/>
            </a:pPr>
            <a:r>
              <a:t>Region: 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4.2 Decision Record 38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