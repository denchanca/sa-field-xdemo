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Support Article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support article records Ledgerly guidance for Collections 4.2 workstream 8. It references SYS-008, is owned by TEAM-008,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DOC-0056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Support Article 56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