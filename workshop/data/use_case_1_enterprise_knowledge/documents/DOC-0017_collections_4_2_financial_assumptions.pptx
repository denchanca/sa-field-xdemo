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Financial Assumptions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broad launch maximizes near-term adoption but carries higher support and remediation costs. A phased rollout reduces exposure while delaying some recurring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DOC-0017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Financial Assumptions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