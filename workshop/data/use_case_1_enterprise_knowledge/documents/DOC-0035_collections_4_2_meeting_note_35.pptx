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Meeting Note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meeting note records Ledgerly guidance for Collections 4.2 workstream 3. It references SYS-011, is owned by TEAM-011,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DOC-0035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Meeting Note 35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