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Security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review found one medium-severity telemetry gap. Security accepts a ten-percent EU rollout only if enhanced Pulse logging is enabled and reviewed after 48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DOC-0011</a:t>
            </a:r>
          </a:p>
          <a:p>
            <a:pPr>
              <a:defRPr sz="2200"/>
            </a:pPr>
            <a:r>
              <a:t>Status: reviewed</a:t>
            </a:r>
          </a:p>
          <a:p>
            <a:pPr>
              <a:defRPr sz="2200"/>
            </a:pPr>
            <a:r>
              <a:t>Region: EU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Security Review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