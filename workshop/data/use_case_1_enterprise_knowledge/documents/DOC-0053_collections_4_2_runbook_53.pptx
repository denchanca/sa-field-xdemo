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Runbook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synthetic runbook records Ledgerly guidance for Collections 4.2 workstream 5. It references SYS-005, is owned by TEAM-005, and should be interpreted with its status and effective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DOC-0053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Runbook 53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