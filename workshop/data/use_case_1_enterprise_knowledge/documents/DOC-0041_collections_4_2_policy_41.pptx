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Policy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policy records Ledgerly guidance for Collections 4.2 workstream 1. It references SYS-005, is owned by TEAM-005,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DOC-0041</a:t>
            </a:r>
          </a:p>
          <a:p>
            <a:pPr>
              <a:defRPr sz="2200"/>
            </a:pPr>
            <a:r>
              <a:t>Status: draft</a:t>
            </a:r>
          </a:p>
          <a:p>
            <a:pPr>
              <a:defRPr sz="2200"/>
            </a:pPr>
            <a:r>
              <a:t>Region: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Policy 41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