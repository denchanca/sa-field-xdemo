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Privileged Access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Production diagnostics access expires after four hours. The request requires the requester's manager and a Security reviewer. Private contact details must be removed from approval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DOC-0002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Privileged Access Review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