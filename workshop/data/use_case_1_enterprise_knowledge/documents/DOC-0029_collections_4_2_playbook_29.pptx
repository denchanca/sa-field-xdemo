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Playbook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playbook records Ledgerly guidance for Collections 4.2 workstream 5. It references SYS-005, is owned by TEAM-005,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DOC-0029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Playbook 29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