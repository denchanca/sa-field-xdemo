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Runbook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runbook records Ledgerly guidance for Collections 4.2 workstream 7. It references SYS-011, is owned by TEAM-011,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DOC-0023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Runbook 23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