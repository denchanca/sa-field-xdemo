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Escalation Handling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Severity-one escalations go to Customer Outcomes and Cloud Operations. Release-date commitments require Product approval and must identify unresolved decision checkpoints.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ID: DOC-0008</a:t>
            </a:r>
          </a:p>
          <a:p>
            <a:pPr>
              <a:defRPr sz="2200"/>
            </a:pPr>
            <a:r>
              <a:t>Status: authoritative</a:t>
            </a:r>
          </a:p>
          <a:p>
            <a:pPr>
              <a:defRPr sz="2200"/>
            </a:pPr>
            <a:r>
              <a:t>Region: GLOBAL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Escalation Handling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