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Runtime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Collections Workflow Runtime executes customer workflows. The Policy Engine evaluates release and access rules. Pulse stores the operational metrics and audit events used by release gates.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DOC-0005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Runtime Architecture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