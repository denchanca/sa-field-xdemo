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Faq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faq records Ledgerly guidance for Collections 4.2 workstream 2. It references SYS-002, is owned by TEAM-002,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DOC-0050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Faq 50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