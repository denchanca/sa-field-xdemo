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Vendor and Tool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New production tools require an owner, data classification, Security review, and rollback plan. Low-risk sandbox tools may be approved by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DOC-0020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and Tool Onboarding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