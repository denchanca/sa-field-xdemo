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Collections 4.2 decision brief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and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Decision question</a:t>
            </a:r>
          </a:p>
          <a:p>
            <a:pPr>
              <a:defRPr sz="2200"/>
            </a:pPr>
            <a:r>
              <a:t>Recommended option</a:t>
            </a:r>
          </a:p>
          <a:p>
            <a:pPr>
              <a:defRPr sz="2200"/>
            </a:pPr>
            <a:r>
              <a:t>Named human owner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Revenue</a:t>
            </a:r>
          </a:p>
          <a:p>
            <a:pPr>
              <a:defRPr sz="2200"/>
            </a:pPr>
            <a:r>
              <a:t>Support and remediation cost</a:t>
            </a:r>
          </a:p>
          <a:p>
            <a:pPr>
              <a:defRPr sz="2200"/>
            </a:pPr>
            <a:r>
              <a:t>Risk-adjusted value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and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Linked evidence IDs</a:t>
            </a:r>
          </a:p>
          <a:p>
            <a:pPr>
              <a:defRPr sz="2200"/>
            </a:pPr>
            <a:r>
              <a:t>Risk register</a:t>
            </a:r>
          </a:p>
          <a:p>
            <a:pPr>
              <a:defRPr sz="2200"/>
            </a:pPr>
            <a:r>
              <a:t>Assumptions and limitations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Approval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Required approvers</a:t>
            </a:r>
          </a:p>
          <a:p>
            <a:pPr>
              <a:defRPr sz="2200"/>
            </a:pPr>
            <a:r>
              <a:t>Review checkpoint</a:t>
            </a:r>
          </a:p>
          <a:p>
            <a:pPr>
              <a:defRPr sz="2200"/>
            </a:pPr>
            <a:r>
              <a:t>Thirty-day action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Collections 4.2 decision brief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