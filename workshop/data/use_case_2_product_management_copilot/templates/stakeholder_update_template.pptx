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Collections roadmap stakeholder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Top feedback themes</a:t>
            </a:r>
          </a:p>
          <a:p>
            <a:pPr>
              <a:defRPr sz="2200"/>
            </a:pPr>
            <a:r>
              <a:t>Representative source IDs</a:t>
            </a:r>
          </a:p>
          <a:p>
            <a:pPr>
              <a:defRPr sz="2200"/>
            </a:pPr>
            <a:r>
              <a:t>Known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RICE ranking and rationale</a:t>
            </a:r>
          </a:p>
          <a:p>
            <a:pPr>
              <a:defRPr sz="2200"/>
            </a:pPr>
            <a:r>
              <a:t>Product-owner overrides</a:t>
            </a:r>
          </a:p>
          <a:p>
            <a:pPr>
              <a:defRPr sz="2200"/>
            </a:pPr>
            <a:r>
              <a:t>Dependencies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Three proposed PRDs</a:t>
            </a:r>
          </a:p>
          <a:p>
            <a:pPr>
              <a:defRPr sz="2200"/>
            </a:pPr>
            <a:r>
              <a:t>Human review checkpoint</a:t>
            </a:r>
          </a:p>
          <a:p>
            <a:pPr>
              <a:defRPr sz="2200"/>
            </a:pPr>
            <a:r>
              <a:t>Thirty-day pilot owner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 roadmap stakeholder update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