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Harborbill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Reported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Harborbill increased research spending while operating margin declined.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Reliability: high</a:t>
            </a:r>
          </a:p>
          <a:p>
            <a:pPr>
              <a:defRPr sz="2200"/>
            </a:pPr>
            <a:r>
              <a:t>Synthetic workshop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Harborbill quarterly review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