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Competitive landscape decision memo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Synthetic workshop artifact · Ledgerly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State one recommendation</a:t>
            </a:r>
          </a:p>
          <a:p>
            <a:pPr>
              <a:defRPr sz="2200"/>
            </a:pPr>
            <a:r>
              <a:t>Name the decision owner</a:t>
            </a:r>
          </a:p>
          <a:p>
            <a:pPr>
              <a:defRPr sz="2200"/>
            </a:pPr>
            <a:r>
              <a:t>State overall confidence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Evidence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Separate verified facts from inference</a:t>
            </a:r>
          </a:p>
          <a:p>
            <a:pPr>
              <a:defRPr sz="2200"/>
            </a:pPr>
            <a:r>
              <a:t>Cite every claim ID and source ID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Contradictions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Describe unresolved conflict</a:t>
            </a:r>
          </a:p>
          <a:p>
            <a:pPr>
              <a:defRPr sz="2200"/>
            </a:pPr>
            <a:r>
              <a:t>Explain effect on confidence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Risks and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Key risks</a:t>
            </a:r>
          </a:p>
          <a:p>
            <a:pPr>
              <a:defRPr sz="2200"/>
            </a:pPr>
            <a:r>
              <a:t>Validation actions</a:t>
            </a:r>
          </a:p>
          <a:p>
            <a:pPr>
              <a:defRPr sz="2200"/>
            </a:pPr>
            <a:r>
              <a:t>Thirty-day owner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Competitive landscape decision memo</dc:title>
  <dc:subject/>
  <dc:creator>Ledgerly Synthetic Data Generator</dc:creator>
  <cp:keywords/>
  <dc:description>generated using python-pptx</dc:description>
  <cp:lastModifiedBy>Ledgerly Synthetic Data Generator</cp:lastModifiedBy>
  <cp:revision>1</cp:revision>
  <dcterms:created xsi:type="dcterms:W3CDTF">2026-09-14T00:00:00Z</dcterms:created>
  <dcterms:modified xsi:type="dcterms:W3CDTF">2026-09-14T00:00:00Z</dcterms:modified>
  <cp:category/>
</cp:coreProperties>
</file>